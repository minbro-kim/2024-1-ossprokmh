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7019925"/>
  <p:notesSz cx="7019925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23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4.png"/><Relationship Id="rId21" Type="http://schemas.openxmlformats.org/officeDocument/2006/relationships/image" Target="../media/image31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3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14.png"/><Relationship Id="rId21" Type="http://schemas.openxmlformats.org/officeDocument/2006/relationships/image" Target="../media/image46.png"/><Relationship Id="rId7" Type="http://schemas.openxmlformats.org/officeDocument/2006/relationships/image" Target="../media/image18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32.png"/><Relationship Id="rId16" Type="http://schemas.openxmlformats.org/officeDocument/2006/relationships/image" Target="../media/image42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37.png"/><Relationship Id="rId5" Type="http://schemas.openxmlformats.org/officeDocument/2006/relationships/image" Target="../media/image16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7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1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5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9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33.png"/><Relationship Id="rId9" Type="http://schemas.openxmlformats.org/officeDocument/2006/relationships/image" Target="../media/image48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5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52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33.png"/><Relationship Id="rId9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3" Type="http://schemas.openxmlformats.org/officeDocument/2006/relationships/image" Target="../media/image32.png"/><Relationship Id="rId21" Type="http://schemas.openxmlformats.org/officeDocument/2006/relationships/image" Target="../media/image66.png"/><Relationship Id="rId34" Type="http://schemas.openxmlformats.org/officeDocument/2006/relationships/image" Target="../media/image78.png"/><Relationship Id="rId7" Type="http://schemas.openxmlformats.org/officeDocument/2006/relationships/image" Target="../media/image17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3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4.png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6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32" Type="http://schemas.openxmlformats.org/officeDocument/2006/relationships/image" Target="../media/image77.png"/><Relationship Id="rId5" Type="http://schemas.openxmlformats.org/officeDocument/2006/relationships/image" Target="../media/image33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36" Type="http://schemas.openxmlformats.org/officeDocument/2006/relationships/image" Target="../media/image12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31" Type="http://schemas.openxmlformats.org/officeDocument/2006/relationships/image" Target="../media/image76.png"/><Relationship Id="rId4" Type="http://schemas.openxmlformats.org/officeDocument/2006/relationships/image" Target="../media/image14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Relationship Id="rId30" Type="http://schemas.openxmlformats.org/officeDocument/2006/relationships/image" Target="../media/image75.png"/><Relationship Id="rId35" Type="http://schemas.openxmlformats.org/officeDocument/2006/relationships/image" Target="../media/image7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85.png"/><Relationship Id="rId3" Type="http://schemas.openxmlformats.org/officeDocument/2006/relationships/image" Target="../media/image16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47.png"/><Relationship Id="rId11" Type="http://schemas.openxmlformats.org/officeDocument/2006/relationships/image" Target="../media/image83.png"/><Relationship Id="rId5" Type="http://schemas.openxmlformats.org/officeDocument/2006/relationships/image" Target="../media/image18.png"/><Relationship Id="rId10" Type="http://schemas.openxmlformats.org/officeDocument/2006/relationships/image" Target="../media/image82.png"/><Relationship Id="rId4" Type="http://schemas.openxmlformats.org/officeDocument/2006/relationships/image" Target="../media/image17.png"/><Relationship Id="rId9" Type="http://schemas.openxmlformats.org/officeDocument/2006/relationships/image" Target="../media/image81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0.png"/><Relationship Id="rId3" Type="http://schemas.openxmlformats.org/officeDocument/2006/relationships/image" Target="../media/image16.png"/><Relationship Id="rId7" Type="http://schemas.openxmlformats.org/officeDocument/2006/relationships/image" Target="../media/image80.png"/><Relationship Id="rId12" Type="http://schemas.openxmlformats.org/officeDocument/2006/relationships/image" Target="../media/image89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47.png"/><Relationship Id="rId11" Type="http://schemas.openxmlformats.org/officeDocument/2006/relationships/image" Target="../media/image88.png"/><Relationship Id="rId5" Type="http://schemas.openxmlformats.org/officeDocument/2006/relationships/image" Target="../media/image18.png"/><Relationship Id="rId10" Type="http://schemas.openxmlformats.org/officeDocument/2006/relationships/image" Target="../media/image87.png"/><Relationship Id="rId4" Type="http://schemas.openxmlformats.org/officeDocument/2006/relationships/image" Target="../media/image17.png"/><Relationship Id="rId9" Type="http://schemas.openxmlformats.org/officeDocument/2006/relationships/image" Target="../media/image86.png"/><Relationship Id="rId1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96.png"/><Relationship Id="rId3" Type="http://schemas.openxmlformats.org/officeDocument/2006/relationships/image" Target="../media/image16.png"/><Relationship Id="rId7" Type="http://schemas.openxmlformats.org/officeDocument/2006/relationships/image" Target="../media/image91.png"/><Relationship Id="rId12" Type="http://schemas.openxmlformats.org/officeDocument/2006/relationships/image" Target="../media/image95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47.png"/><Relationship Id="rId11" Type="http://schemas.openxmlformats.org/officeDocument/2006/relationships/image" Target="../media/image94.png"/><Relationship Id="rId5" Type="http://schemas.openxmlformats.org/officeDocument/2006/relationships/image" Target="../media/image18.png"/><Relationship Id="rId10" Type="http://schemas.openxmlformats.org/officeDocument/2006/relationships/image" Target="../media/image93.png"/><Relationship Id="rId4" Type="http://schemas.openxmlformats.org/officeDocument/2006/relationships/image" Target="../media/image17.png"/><Relationship Id="rId9" Type="http://schemas.openxmlformats.org/officeDocument/2006/relationships/image" Target="../media/image92.png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1.png"/><Relationship Id="rId3" Type="http://schemas.openxmlformats.org/officeDocument/2006/relationships/image" Target="../media/image16.png"/><Relationship Id="rId7" Type="http://schemas.openxmlformats.org/officeDocument/2006/relationships/image" Target="../media/image91.png"/><Relationship Id="rId12" Type="http://schemas.openxmlformats.org/officeDocument/2006/relationships/image" Target="../media/image10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47.png"/><Relationship Id="rId11" Type="http://schemas.openxmlformats.org/officeDocument/2006/relationships/image" Target="../media/image99.png"/><Relationship Id="rId5" Type="http://schemas.openxmlformats.org/officeDocument/2006/relationships/image" Target="../media/image18.png"/><Relationship Id="rId15" Type="http://schemas.openxmlformats.org/officeDocument/2006/relationships/image" Target="../media/image12.png"/><Relationship Id="rId10" Type="http://schemas.openxmlformats.org/officeDocument/2006/relationships/image" Target="../media/image98.png"/><Relationship Id="rId4" Type="http://schemas.openxmlformats.org/officeDocument/2006/relationships/image" Target="../media/image17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8.png"/><Relationship Id="rId3" Type="http://schemas.openxmlformats.org/officeDocument/2006/relationships/image" Target="../media/image16.png"/><Relationship Id="rId7" Type="http://schemas.openxmlformats.org/officeDocument/2006/relationships/image" Target="../media/image103.png"/><Relationship Id="rId12" Type="http://schemas.openxmlformats.org/officeDocument/2006/relationships/image" Target="../media/image107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47.png"/><Relationship Id="rId11" Type="http://schemas.openxmlformats.org/officeDocument/2006/relationships/image" Target="../media/image106.png"/><Relationship Id="rId5" Type="http://schemas.openxmlformats.org/officeDocument/2006/relationships/image" Target="../media/image18.png"/><Relationship Id="rId10" Type="http://schemas.openxmlformats.org/officeDocument/2006/relationships/image" Target="../media/image105.png"/><Relationship Id="rId4" Type="http://schemas.openxmlformats.org/officeDocument/2006/relationships/image" Target="../media/image17.png"/><Relationship Id="rId9" Type="http://schemas.openxmlformats.org/officeDocument/2006/relationships/image" Target="../media/image104.png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109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47.png"/><Relationship Id="rId11" Type="http://schemas.openxmlformats.org/officeDocument/2006/relationships/image" Target="../media/image12.png"/><Relationship Id="rId5" Type="http://schemas.openxmlformats.org/officeDocument/2006/relationships/image" Target="../media/image18.png"/><Relationship Id="rId10" Type="http://schemas.openxmlformats.org/officeDocument/2006/relationships/image" Target="../media/image106.png"/><Relationship Id="rId4" Type="http://schemas.openxmlformats.org/officeDocument/2006/relationships/image" Target="../media/image17.png"/><Relationship Id="rId9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2.png"/><Relationship Id="rId18" Type="http://schemas.openxmlformats.org/officeDocument/2006/relationships/image" Target="../media/image118.png"/><Relationship Id="rId26" Type="http://schemas.openxmlformats.org/officeDocument/2006/relationships/image" Target="../media/image126.png"/><Relationship Id="rId3" Type="http://schemas.openxmlformats.org/officeDocument/2006/relationships/image" Target="../media/image111.png"/><Relationship Id="rId21" Type="http://schemas.openxmlformats.org/officeDocument/2006/relationships/image" Target="../media/image121.png"/><Relationship Id="rId34" Type="http://schemas.openxmlformats.org/officeDocument/2006/relationships/image" Target="../media/image134.png"/><Relationship Id="rId7" Type="http://schemas.openxmlformats.org/officeDocument/2006/relationships/image" Target="../media/image16.png"/><Relationship Id="rId12" Type="http://schemas.openxmlformats.org/officeDocument/2006/relationships/image" Target="../media/image7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29" Type="http://schemas.openxmlformats.org/officeDocument/2006/relationships/image" Target="../media/image129.png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33.png"/><Relationship Id="rId11" Type="http://schemas.openxmlformats.org/officeDocument/2006/relationships/image" Target="../media/image113.png"/><Relationship Id="rId24" Type="http://schemas.openxmlformats.org/officeDocument/2006/relationships/image" Target="../media/image124.png"/><Relationship Id="rId32" Type="http://schemas.openxmlformats.org/officeDocument/2006/relationships/image" Target="../media/image132.png"/><Relationship Id="rId37" Type="http://schemas.openxmlformats.org/officeDocument/2006/relationships/image" Target="../media/image137.png"/><Relationship Id="rId5" Type="http://schemas.openxmlformats.org/officeDocument/2006/relationships/image" Target="../media/image14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8.png"/><Relationship Id="rId36" Type="http://schemas.openxmlformats.org/officeDocument/2006/relationships/image" Target="../media/image136.png"/><Relationship Id="rId10" Type="http://schemas.openxmlformats.org/officeDocument/2006/relationships/image" Target="../media/image112.png"/><Relationship Id="rId19" Type="http://schemas.openxmlformats.org/officeDocument/2006/relationships/image" Target="../media/image119.png"/><Relationship Id="rId31" Type="http://schemas.openxmlformats.org/officeDocument/2006/relationships/image" Target="../media/image131.png"/><Relationship Id="rId4" Type="http://schemas.openxmlformats.org/officeDocument/2006/relationships/image" Target="../media/image32.png"/><Relationship Id="rId9" Type="http://schemas.openxmlformats.org/officeDocument/2006/relationships/image" Target="../media/image18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1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14.png"/><Relationship Id="rId3" Type="http://schemas.openxmlformats.org/officeDocument/2006/relationships/image" Target="../media/image32.png"/><Relationship Id="rId7" Type="http://schemas.openxmlformats.org/officeDocument/2006/relationships/image" Target="../media/image17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39.png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6.png"/><Relationship Id="rId11" Type="http://schemas.openxmlformats.org/officeDocument/2006/relationships/image" Target="../media/image7.png"/><Relationship Id="rId5" Type="http://schemas.openxmlformats.org/officeDocument/2006/relationships/image" Target="../media/image33.png"/><Relationship Id="rId15" Type="http://schemas.openxmlformats.org/officeDocument/2006/relationships/image" Target="../media/image123.png"/><Relationship Id="rId10" Type="http://schemas.openxmlformats.org/officeDocument/2006/relationships/image" Target="../media/image113.png"/><Relationship Id="rId4" Type="http://schemas.openxmlformats.org/officeDocument/2006/relationships/image" Target="../media/image14.png"/><Relationship Id="rId9" Type="http://schemas.openxmlformats.org/officeDocument/2006/relationships/image" Target="../media/image138.png"/><Relationship Id="rId14" Type="http://schemas.openxmlformats.org/officeDocument/2006/relationships/image" Target="../media/image1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14.png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" Type="http://schemas.openxmlformats.org/officeDocument/2006/relationships/image" Target="../media/image140.png"/><Relationship Id="rId21" Type="http://schemas.openxmlformats.org/officeDocument/2006/relationships/image" Target="../media/image148.png"/><Relationship Id="rId7" Type="http://schemas.openxmlformats.org/officeDocument/2006/relationships/image" Target="../media/image16.png"/><Relationship Id="rId12" Type="http://schemas.openxmlformats.org/officeDocument/2006/relationships/image" Target="../media/image12.png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3.png"/><Relationship Id="rId20" Type="http://schemas.openxmlformats.org/officeDocument/2006/relationships/image" Target="../media/image147.png"/><Relationship Id="rId29" Type="http://schemas.openxmlformats.org/officeDocument/2006/relationships/image" Target="../media/image156.png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33.png"/><Relationship Id="rId11" Type="http://schemas.openxmlformats.org/officeDocument/2006/relationships/image" Target="../media/image7.png"/><Relationship Id="rId24" Type="http://schemas.openxmlformats.org/officeDocument/2006/relationships/image" Target="../media/image151.png"/><Relationship Id="rId32" Type="http://schemas.openxmlformats.org/officeDocument/2006/relationships/image" Target="../media/image159.png"/><Relationship Id="rId5" Type="http://schemas.openxmlformats.org/officeDocument/2006/relationships/image" Target="../media/image14.png"/><Relationship Id="rId15" Type="http://schemas.openxmlformats.org/officeDocument/2006/relationships/image" Target="../media/image142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10" Type="http://schemas.openxmlformats.org/officeDocument/2006/relationships/image" Target="../media/image141.png"/><Relationship Id="rId19" Type="http://schemas.openxmlformats.org/officeDocument/2006/relationships/image" Target="../media/image146.png"/><Relationship Id="rId31" Type="http://schemas.openxmlformats.org/officeDocument/2006/relationships/image" Target="../media/image158.png"/><Relationship Id="rId4" Type="http://schemas.openxmlformats.org/officeDocument/2006/relationships/image" Target="../media/image32.png"/><Relationship Id="rId9" Type="http://schemas.openxmlformats.org/officeDocument/2006/relationships/image" Target="../media/image18.png"/><Relationship Id="rId14" Type="http://schemas.openxmlformats.org/officeDocument/2006/relationships/image" Target="../media/image117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14.png"/><Relationship Id="rId18" Type="http://schemas.openxmlformats.org/officeDocument/2006/relationships/image" Target="../media/image164.png"/><Relationship Id="rId3" Type="http://schemas.openxmlformats.org/officeDocument/2006/relationships/image" Target="../media/image32.png"/><Relationship Id="rId21" Type="http://schemas.openxmlformats.org/officeDocument/2006/relationships/image" Target="../media/image167.png"/><Relationship Id="rId7" Type="http://schemas.openxmlformats.org/officeDocument/2006/relationships/image" Target="../media/image17.png"/><Relationship Id="rId12" Type="http://schemas.openxmlformats.org/officeDocument/2006/relationships/image" Target="../media/image12.png"/><Relationship Id="rId17" Type="http://schemas.openxmlformats.org/officeDocument/2006/relationships/image" Target="../media/image163.png"/><Relationship Id="rId25" Type="http://schemas.openxmlformats.org/officeDocument/2006/relationships/image" Target="../media/image171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62.png"/><Relationship Id="rId20" Type="http://schemas.openxmlformats.org/officeDocument/2006/relationships/image" Target="../media/image166.png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16.png"/><Relationship Id="rId11" Type="http://schemas.openxmlformats.org/officeDocument/2006/relationships/image" Target="../media/image7.png"/><Relationship Id="rId24" Type="http://schemas.openxmlformats.org/officeDocument/2006/relationships/image" Target="../media/image170.png"/><Relationship Id="rId5" Type="http://schemas.openxmlformats.org/officeDocument/2006/relationships/image" Target="../media/image33.png"/><Relationship Id="rId15" Type="http://schemas.openxmlformats.org/officeDocument/2006/relationships/image" Target="../media/image161.png"/><Relationship Id="rId23" Type="http://schemas.openxmlformats.org/officeDocument/2006/relationships/image" Target="../media/image169.png"/><Relationship Id="rId10" Type="http://schemas.openxmlformats.org/officeDocument/2006/relationships/image" Target="../media/image141.png"/><Relationship Id="rId19" Type="http://schemas.openxmlformats.org/officeDocument/2006/relationships/image" Target="../media/image165.png"/><Relationship Id="rId4" Type="http://schemas.openxmlformats.org/officeDocument/2006/relationships/image" Target="../media/image14.png"/><Relationship Id="rId9" Type="http://schemas.openxmlformats.org/officeDocument/2006/relationships/image" Target="../media/image160.png"/><Relationship Id="rId14" Type="http://schemas.openxmlformats.org/officeDocument/2006/relationships/image" Target="../media/image117.png"/><Relationship Id="rId22" Type="http://schemas.openxmlformats.org/officeDocument/2006/relationships/image" Target="../media/image1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5" Type="http://schemas.openxmlformats.org/officeDocument/2006/relationships/image" Target="../media/image3.png"/><Relationship Id="rId10" Type="http://schemas.openxmlformats.org/officeDocument/2006/relationships/image" Target="../media/image176.png"/><Relationship Id="rId4" Type="http://schemas.openxmlformats.org/officeDocument/2006/relationships/image" Target="../media/image2.png"/><Relationship Id="rId9" Type="http://schemas.openxmlformats.org/officeDocument/2006/relationships/image" Target="../media/image175.png"/><Relationship Id="rId1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.png"/><Relationship Id="rId7" Type="http://schemas.openxmlformats.org/officeDocument/2006/relationships/image" Target="../media/image17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172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7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14.png"/><Relationship Id="rId3" Type="http://schemas.openxmlformats.org/officeDocument/2006/relationships/image" Target="../media/image32.png"/><Relationship Id="rId7" Type="http://schemas.openxmlformats.org/officeDocument/2006/relationships/image" Target="../media/image17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81.png"/><Relationship Id="rId1" Type="http://schemas.openxmlformats.org/officeDocument/2006/relationships/themeOverride" Target="../theme/themeOverride14.xml"/><Relationship Id="rId6" Type="http://schemas.openxmlformats.org/officeDocument/2006/relationships/image" Target="../media/image16.png"/><Relationship Id="rId11" Type="http://schemas.openxmlformats.org/officeDocument/2006/relationships/image" Target="../media/image7.png"/><Relationship Id="rId5" Type="http://schemas.openxmlformats.org/officeDocument/2006/relationships/image" Target="../media/image33.png"/><Relationship Id="rId15" Type="http://schemas.openxmlformats.org/officeDocument/2006/relationships/image" Target="../media/image123.png"/><Relationship Id="rId10" Type="http://schemas.openxmlformats.org/officeDocument/2006/relationships/image" Target="../media/image113.png"/><Relationship Id="rId4" Type="http://schemas.openxmlformats.org/officeDocument/2006/relationships/image" Target="../media/image14.png"/><Relationship Id="rId9" Type="http://schemas.openxmlformats.org/officeDocument/2006/relationships/image" Target="../media/image180.png"/><Relationship Id="rId14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93468"/>
            <a:ext cx="4332905" cy="4442503"/>
            <a:chOff x="4912905" y="2293468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93468"/>
              <a:ext cx="4327190" cy="4439151"/>
              <a:chOff x="4912905" y="2293468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806963" y="107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2905" y="2293468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96820"/>
              <a:ext cx="4327190" cy="4439151"/>
              <a:chOff x="4918620" y="2296820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68546" y="27315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8620" y="2296820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4533333" y="1541761"/>
            <a:ext cx="1053317" cy="1079959"/>
            <a:chOff x="4533333" y="1541761"/>
            <a:chExt cx="1053317" cy="1079959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4533333" y="1541761"/>
              <a:ext cx="1051927" cy="1079145"/>
              <a:chOff x="4533333" y="1541761"/>
              <a:chExt cx="1051927" cy="1079145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021385" y="1010280"/>
                <a:ext cx="2103854" cy="2158289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533333" y="1541761"/>
                <a:ext cx="1051927" cy="1079145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4534723" y="1542576"/>
              <a:ext cx="1051927" cy="1079145"/>
              <a:chOff x="4534723" y="1542576"/>
              <a:chExt cx="1051927" cy="1079145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3987736" y="990866"/>
                <a:ext cx="2103854" cy="2158289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534723" y="1542576"/>
                <a:ext cx="1051927" cy="1079145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78095" y="5531530"/>
            <a:ext cx="1487467" cy="977143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9706" y="3587354"/>
            <a:ext cx="2791324" cy="707943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86667" y="2732383"/>
            <a:ext cx="3967324" cy="1826667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66667" y="2410005"/>
            <a:ext cx="3022771" cy="761905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93468"/>
            <a:ext cx="4332905" cy="4442503"/>
            <a:chOff x="4912905" y="2293468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93468"/>
              <a:ext cx="4327190" cy="4439151"/>
              <a:chOff x="4912905" y="2293468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806963" y="107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2905" y="2293468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96820"/>
              <a:ext cx="4327190" cy="4439151"/>
              <a:chOff x="4918620" y="2296820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68546" y="27315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8620" y="2296820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783183" y="6002531"/>
            <a:ext cx="238095" cy="756843"/>
            <a:chOff x="783183" y="6002531"/>
            <a:chExt cx="238095" cy="756843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-5400000">
              <a:off x="783183" y="6002531"/>
              <a:ext cx="238095" cy="75684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4349575" y="3619441"/>
            <a:ext cx="2094290" cy="7371"/>
            <a:chOff x="4349575" y="3619441"/>
            <a:chExt cx="2094290" cy="7371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5400000">
              <a:off x="4349575" y="3619441"/>
              <a:ext cx="2094290" cy="737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2677330" y="3619441"/>
            <a:ext cx="2094290" cy="7371"/>
            <a:chOff x="2677330" y="3619441"/>
            <a:chExt cx="2094290" cy="7371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5400000">
              <a:off x="2677330" y="3619441"/>
              <a:ext cx="2094290" cy="7371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600158" y="3870426"/>
            <a:ext cx="1046267" cy="885962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927892" y="3870426"/>
            <a:ext cx="1217867" cy="885962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255647" y="3870426"/>
            <a:ext cx="1014419" cy="885962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584901" y="3485917"/>
            <a:ext cx="1377276" cy="481838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912634" y="3485917"/>
            <a:ext cx="866819" cy="481838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240390" y="3485917"/>
            <a:ext cx="1183781" cy="481838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400126" y="1875099"/>
            <a:ext cx="1361905" cy="2297219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718357" y="1875099"/>
            <a:ext cx="1400000" cy="2278171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065161" y="1865575"/>
            <a:ext cx="1180952" cy="2297219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-396986" y="1370857"/>
            <a:ext cx="7592857" cy="371324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316957" y="712291"/>
            <a:ext cx="7197962" cy="1122686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8461371" y="5643172"/>
            <a:ext cx="472638" cy="263762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46" name="Object 45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93468"/>
            <a:ext cx="4332905" cy="4442503"/>
            <a:chOff x="4912905" y="2293468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93468"/>
              <a:ext cx="4327190" cy="4439151"/>
              <a:chOff x="4912905" y="2293468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806963" y="107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2905" y="2293468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96820"/>
              <a:ext cx="4327190" cy="4439151"/>
              <a:chOff x="4918620" y="2296820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68546" y="27315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8620" y="2296820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5710041" y="2444748"/>
            <a:ext cx="1761905" cy="2969538"/>
            <a:chOff x="5710041" y="2444748"/>
            <a:chExt cx="1761905" cy="2969538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10041" y="2444748"/>
              <a:ext cx="1761905" cy="2969538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3690476" y="2444748"/>
            <a:ext cx="1761905" cy="2969538"/>
            <a:chOff x="3690476" y="2444748"/>
            <a:chExt cx="1761905" cy="2969538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90476" y="2444748"/>
              <a:ext cx="1761905" cy="2969538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670912" y="2444748"/>
            <a:ext cx="1761905" cy="2969538"/>
            <a:chOff x="1670912" y="2444748"/>
            <a:chExt cx="1761905" cy="2969538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70912" y="2444748"/>
              <a:ext cx="1761905" cy="2969538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4114027" y="2713686"/>
            <a:ext cx="914803" cy="914803"/>
            <a:chOff x="4114027" y="2713686"/>
            <a:chExt cx="914803" cy="914803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14027" y="2713686"/>
              <a:ext cx="914803" cy="914803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2094463" y="2713686"/>
            <a:ext cx="914803" cy="914803"/>
            <a:chOff x="2094463" y="2713686"/>
            <a:chExt cx="914803" cy="914803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94463" y="2713686"/>
              <a:ext cx="914803" cy="914803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2207130" y="2826354"/>
            <a:ext cx="689467" cy="689467"/>
            <a:chOff x="2207130" y="2826354"/>
            <a:chExt cx="689467" cy="689467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07130" y="2826354"/>
              <a:ext cx="689467" cy="689467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6133592" y="2713686"/>
            <a:ext cx="914803" cy="914803"/>
            <a:chOff x="6133592" y="2713686"/>
            <a:chExt cx="914803" cy="914803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6133592" y="2713686"/>
              <a:ext cx="914803" cy="914803"/>
              <a:chOff x="6133592" y="2713686"/>
              <a:chExt cx="914803" cy="914803"/>
            </a:xfrm>
          </p:grpSpPr>
          <p:pic>
            <p:nvPicPr>
              <p:cNvPr id="42" name="Object 41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133592" y="2713686"/>
                <a:ext cx="914803" cy="914803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6243434" y="3019748"/>
              <a:ext cx="695119" cy="378869"/>
              <a:chOff x="6243434" y="3019748"/>
              <a:chExt cx="695119" cy="378869"/>
            </a:xfrm>
          </p:grpSpPr>
          <p:pic>
            <p:nvPicPr>
              <p:cNvPr id="45" name="Object 44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6243434" y="3019748"/>
                <a:ext cx="695119" cy="378869"/>
              </a:xfrm>
              <a:prstGeom prst="rect">
                <a:avLst/>
              </a:prstGeom>
            </p:spPr>
          </p:pic>
        </p:grpSp>
      </p:grpSp>
      <p:pic>
        <p:nvPicPr>
          <p:cNvPr id="48" name="Object 4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541122" y="4312563"/>
            <a:ext cx="1873829" cy="755010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874060" y="3779159"/>
            <a:ext cx="1395076" cy="481838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580257" y="4312562"/>
            <a:ext cx="1796590" cy="755010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825477" y="3779160"/>
            <a:ext cx="1433495" cy="481838"/>
          </a:xfrm>
          <a:prstGeom prst="rect">
            <a:avLst/>
          </a:prstGeom>
        </p:spPr>
      </p:pic>
      <p:pic>
        <p:nvPicPr>
          <p:cNvPr id="52" name="Object 5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738747" y="4312563"/>
            <a:ext cx="1647600" cy="755010"/>
          </a:xfrm>
          <a:prstGeom prst="rect">
            <a:avLst/>
          </a:prstGeom>
        </p:spPr>
      </p:pic>
      <p:pic>
        <p:nvPicPr>
          <p:cNvPr id="53" name="Object 5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670919" y="3782089"/>
            <a:ext cx="1725305" cy="481838"/>
          </a:xfrm>
          <a:prstGeom prst="rect">
            <a:avLst/>
          </a:prstGeom>
        </p:spPr>
      </p:pic>
      <p:pic>
        <p:nvPicPr>
          <p:cNvPr id="54" name="Object 5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8463905" y="5643172"/>
            <a:ext cx="465038" cy="263762"/>
          </a:xfrm>
          <a:prstGeom prst="rect">
            <a:avLst/>
          </a:prstGeom>
        </p:spPr>
      </p:pic>
      <p:grpSp>
        <p:nvGrpSpPr>
          <p:cNvPr id="1016" name="그룹 1016"/>
          <p:cNvGrpSpPr/>
          <p:nvPr/>
        </p:nvGrpSpPr>
        <p:grpSpPr>
          <a:xfrm>
            <a:off x="783183" y="6002531"/>
            <a:ext cx="238095" cy="756843"/>
            <a:chOff x="783183" y="6002531"/>
            <a:chExt cx="238095" cy="756843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-5400000">
              <a:off x="783183" y="6002531"/>
              <a:ext cx="238095" cy="756843"/>
            </a:xfrm>
            <a:prstGeom prst="rect">
              <a:avLst/>
            </a:prstGeom>
          </p:spPr>
        </p:pic>
      </p:grpSp>
      <p:pic>
        <p:nvPicPr>
          <p:cNvPr id="58" name="Object 5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332005" y="981756"/>
            <a:ext cx="7141343" cy="1019048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4289617" y="2907950"/>
            <a:ext cx="563623" cy="526274"/>
            <a:chOff x="4289617" y="2907950"/>
            <a:chExt cx="563623" cy="526274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89617" y="2907950"/>
              <a:ext cx="563623" cy="526274"/>
            </a:xfrm>
            <a:prstGeom prst="rect">
              <a:avLst/>
            </a:prstGeom>
          </p:spPr>
        </p:pic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57976"/>
            <a:ext cx="4332905" cy="4442503"/>
            <a:chOff x="4912905" y="2257976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57976"/>
              <a:ext cx="4327190" cy="4439151"/>
              <a:chOff x="4912905" y="2257976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806963" y="71686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2905" y="2257976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61327"/>
              <a:ext cx="4327190" cy="4439151"/>
              <a:chOff x="4918620" y="2261327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68546" y="-8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8620" y="2261327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448810" y="5643186"/>
            <a:ext cx="493295" cy="263762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5929" y="800804"/>
            <a:ext cx="7457429" cy="1019048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2757184" y="2101412"/>
            <a:ext cx="3628490" cy="2606700"/>
            <a:chOff x="2757184" y="2101412"/>
            <a:chExt cx="3628490" cy="260670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57184" y="2101412"/>
              <a:ext cx="3628490" cy="260670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2757184" y="4708112"/>
            <a:ext cx="3628490" cy="1600567"/>
            <a:chOff x="2757184" y="4708112"/>
            <a:chExt cx="3628490" cy="1600567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57184" y="4708112"/>
              <a:ext cx="3628490" cy="1600567"/>
            </a:xfrm>
            <a:prstGeom prst="rect">
              <a:avLst/>
            </a:prstGeom>
          </p:spPr>
        </p:pic>
      </p:grpSp>
      <p:pic>
        <p:nvPicPr>
          <p:cNvPr id="33" name="Object 3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72005" y="1428031"/>
            <a:ext cx="7467467" cy="342667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57976"/>
            <a:ext cx="4332905" cy="4442503"/>
            <a:chOff x="4912905" y="2257976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57976"/>
              <a:ext cx="4327190" cy="4439151"/>
              <a:chOff x="4912905" y="2257976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806963" y="71686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2905" y="2257976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61327"/>
              <a:ext cx="4327190" cy="4439151"/>
              <a:chOff x="4918620" y="2261327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668546" y="-8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18620" y="2261327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448810" y="5643186"/>
            <a:ext cx="493295" cy="263762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5929" y="800804"/>
            <a:ext cx="7457429" cy="1019048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412857" y="1236794"/>
            <a:ext cx="6317143" cy="5303774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92395" y="1428031"/>
            <a:ext cx="7307152" cy="342667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57976"/>
            <a:ext cx="4332905" cy="4442503"/>
            <a:chOff x="4912905" y="2257976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57976"/>
              <a:ext cx="4327190" cy="4439151"/>
              <a:chOff x="4912905" y="2257976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806963" y="71686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2905" y="2257976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61327"/>
              <a:ext cx="4327190" cy="4439151"/>
              <a:chOff x="4918620" y="2261327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668546" y="-8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8620" y="2261327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grpSp>
        <p:nvGrpSpPr>
          <p:cNvPr id="1007" name="그룹 1007"/>
          <p:cNvGrpSpPr/>
          <p:nvPr/>
        </p:nvGrpSpPr>
        <p:grpSpPr>
          <a:xfrm>
            <a:off x="3309524" y="2704762"/>
            <a:ext cx="2523810" cy="2523810"/>
            <a:chOff x="3309524" y="2704762"/>
            <a:chExt cx="2523810" cy="2523810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09524" y="2704762"/>
              <a:ext cx="2523810" cy="252381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3480741" y="2875979"/>
            <a:ext cx="2181375" cy="2181375"/>
            <a:chOff x="3480741" y="2875979"/>
            <a:chExt cx="2181375" cy="2181375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80741" y="2875979"/>
              <a:ext cx="2181375" cy="2181375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3449981" y="2845305"/>
            <a:ext cx="1121448" cy="2242724"/>
            <a:chOff x="3449981" y="2845305"/>
            <a:chExt cx="1121448" cy="2242724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10800000">
              <a:off x="2913657" y="1748342"/>
              <a:ext cx="2242895" cy="4485448"/>
            </a:xfrm>
            <a:prstGeom prst="rect">
              <a:avLst/>
            </a:prstGeom>
          </p:spPr>
        </p:pic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10800000">
              <a:off x="3449981" y="2845305"/>
              <a:ext cx="1121448" cy="2242724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5418040" y="4893160"/>
            <a:ext cx="762061" cy="113832"/>
            <a:chOff x="5418040" y="4893160"/>
            <a:chExt cx="762061" cy="113832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0800000">
              <a:off x="5418040" y="4893160"/>
              <a:ext cx="762061" cy="11383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5418040" y="2924207"/>
            <a:ext cx="762061" cy="113832"/>
            <a:chOff x="5418040" y="2924207"/>
            <a:chExt cx="762061" cy="113832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18040" y="2924207"/>
              <a:ext cx="762061" cy="113832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5373774" y="4850818"/>
            <a:ext cx="85714" cy="85714"/>
            <a:chOff x="5373774" y="4850818"/>
            <a:chExt cx="85714" cy="85714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73774" y="4850818"/>
              <a:ext cx="85714" cy="85714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5373774" y="2996801"/>
            <a:ext cx="85714" cy="85714"/>
            <a:chOff x="5373774" y="2996801"/>
            <a:chExt cx="85714" cy="85714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73774" y="2996801"/>
              <a:ext cx="85714" cy="85714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2964706" y="4893160"/>
            <a:ext cx="762061" cy="113832"/>
            <a:chOff x="2964706" y="4893160"/>
            <a:chExt cx="762061" cy="113832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10800000">
              <a:off x="2964706" y="4893160"/>
              <a:ext cx="762061" cy="113832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2964706" y="2924207"/>
            <a:ext cx="762061" cy="113832"/>
            <a:chOff x="2964706" y="2924207"/>
            <a:chExt cx="762061" cy="113832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64706" y="2924207"/>
              <a:ext cx="762061" cy="113832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3683369" y="4850818"/>
            <a:ext cx="85714" cy="85714"/>
            <a:chOff x="3683369" y="4850818"/>
            <a:chExt cx="85714" cy="85714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 rot="10800000">
              <a:off x="3683369" y="4850818"/>
              <a:ext cx="85714" cy="85714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3683369" y="2996801"/>
            <a:ext cx="85714" cy="85714"/>
            <a:chOff x="3683369" y="2996801"/>
            <a:chExt cx="85714" cy="85714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 rot="10800000">
              <a:off x="3683369" y="2996801"/>
              <a:ext cx="85714" cy="85714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534637" y="4632165"/>
            <a:ext cx="2667092" cy="821489"/>
            <a:chOff x="534637" y="4632165"/>
            <a:chExt cx="2667092" cy="821489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10800000">
              <a:off x="534637" y="4632165"/>
              <a:ext cx="2667092" cy="821489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527268" y="2542058"/>
            <a:ext cx="2677204" cy="939847"/>
            <a:chOff x="527268" y="2542058"/>
            <a:chExt cx="2677204" cy="939847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 rot="10800000">
              <a:off x="527268" y="2542058"/>
              <a:ext cx="2677204" cy="939847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6170577" y="4630903"/>
            <a:ext cx="2604604" cy="802242"/>
            <a:chOff x="6170577" y="4630903"/>
            <a:chExt cx="2604604" cy="802242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 rot="10800000">
              <a:off x="6170577" y="4630903"/>
              <a:ext cx="2604604" cy="802242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6126416" y="2576959"/>
            <a:ext cx="2664953" cy="820830"/>
            <a:chOff x="6126416" y="2576959"/>
            <a:chExt cx="2664953" cy="820830"/>
          </a:xfrm>
        </p:grpSpPr>
        <p:pic>
          <p:nvPicPr>
            <p:cNvPr id="66" name="Object 65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 rot="10800000">
              <a:off x="6126416" y="2576959"/>
              <a:ext cx="2664953" cy="820830"/>
            </a:xfrm>
            <a:prstGeom prst="rect">
              <a:avLst/>
            </a:prstGeom>
          </p:spPr>
        </p:pic>
      </p:grpSp>
      <p:pic>
        <p:nvPicPr>
          <p:cNvPr id="68" name="Object 67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6222989" y="4620850"/>
            <a:ext cx="993724" cy="328610"/>
          </a:xfrm>
          <a:prstGeom prst="rect">
            <a:avLst/>
          </a:prstGeom>
        </p:spPr>
      </p:pic>
      <p:pic>
        <p:nvPicPr>
          <p:cNvPr id="69" name="Object 68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6132834" y="2862200"/>
            <a:ext cx="2618686" cy="545048"/>
          </a:xfrm>
          <a:prstGeom prst="rect">
            <a:avLst/>
          </a:prstGeom>
        </p:spPr>
      </p:pic>
      <p:pic>
        <p:nvPicPr>
          <p:cNvPr id="70" name="Object 69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6175572" y="2560559"/>
            <a:ext cx="857733" cy="328610"/>
          </a:xfrm>
          <a:prstGeom prst="rect">
            <a:avLst/>
          </a:prstGeom>
        </p:spPr>
      </p:pic>
      <p:pic>
        <p:nvPicPr>
          <p:cNvPr id="71" name="Object 70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568589" y="4896105"/>
            <a:ext cx="2502695" cy="545048"/>
          </a:xfrm>
          <a:prstGeom prst="rect">
            <a:avLst/>
          </a:prstGeom>
        </p:spPr>
      </p:pic>
      <p:pic>
        <p:nvPicPr>
          <p:cNvPr id="72" name="Object 71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577525" y="4615763"/>
            <a:ext cx="986762" cy="328610"/>
          </a:xfrm>
          <a:prstGeom prst="rect">
            <a:avLst/>
          </a:prstGeom>
        </p:spPr>
      </p:pic>
      <p:pic>
        <p:nvPicPr>
          <p:cNvPr id="73" name="Object 72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579671" y="2525658"/>
            <a:ext cx="993724" cy="328610"/>
          </a:xfrm>
          <a:prstGeom prst="rect">
            <a:avLst/>
          </a:prstGeom>
        </p:spPr>
      </p:pic>
      <p:pic>
        <p:nvPicPr>
          <p:cNvPr id="74" name="Object 73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4237175" y="3697185"/>
            <a:ext cx="1501952" cy="612381"/>
          </a:xfrm>
          <a:prstGeom prst="rect">
            <a:avLst/>
          </a:prstGeom>
        </p:spPr>
      </p:pic>
      <p:pic>
        <p:nvPicPr>
          <p:cNvPr id="75" name="Object 74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3222111" y="3642871"/>
            <a:ext cx="1542562" cy="734543"/>
          </a:xfrm>
          <a:prstGeom prst="rect">
            <a:avLst/>
          </a:prstGeom>
        </p:spPr>
      </p:pic>
      <p:pic>
        <p:nvPicPr>
          <p:cNvPr id="76" name="Object 75"/>
          <p:cNvPicPr>
            <a:picLocks noChangeAspect="1"/>
          </p:cNvPicPr>
          <p:nvPr/>
        </p:nvPicPr>
        <p:blipFill>
          <a:blip r:embed="rId31" cstate="print"/>
          <a:stretch>
            <a:fillRect/>
          </a:stretch>
        </p:blipFill>
        <p:spPr>
          <a:xfrm>
            <a:off x="8464352" y="5643186"/>
            <a:ext cx="463695" cy="263762"/>
          </a:xfrm>
          <a:prstGeom prst="rect">
            <a:avLst/>
          </a:prstGeom>
        </p:spPr>
      </p:pic>
      <p:pic>
        <p:nvPicPr>
          <p:cNvPr id="77" name="Object 76"/>
          <p:cNvPicPr>
            <a:picLocks noChangeAspect="1"/>
          </p:cNvPicPr>
          <p:nvPr/>
        </p:nvPicPr>
        <p:blipFill>
          <a:blip r:embed="rId32" cstate="print"/>
          <a:stretch>
            <a:fillRect/>
          </a:stretch>
        </p:blipFill>
        <p:spPr>
          <a:xfrm>
            <a:off x="321871" y="800804"/>
            <a:ext cx="7187371" cy="1028571"/>
          </a:xfrm>
          <a:prstGeom prst="rect">
            <a:avLst/>
          </a:prstGeom>
        </p:spPr>
      </p:pic>
      <p:grpSp>
        <p:nvGrpSpPr>
          <p:cNvPr id="1022" name="그룹 1022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83" name="Object 82"/>
          <p:cNvPicPr>
            <a:picLocks noChangeAspect="1"/>
          </p:cNvPicPr>
          <p:nvPr/>
        </p:nvPicPr>
        <p:blipFill>
          <a:blip r:embed="rId34" cstate="print"/>
          <a:stretch>
            <a:fillRect/>
          </a:stretch>
        </p:blipFill>
        <p:spPr>
          <a:xfrm>
            <a:off x="573598" y="2875771"/>
            <a:ext cx="2608886" cy="545048"/>
          </a:xfrm>
          <a:prstGeom prst="rect">
            <a:avLst/>
          </a:prstGeom>
        </p:spPr>
      </p:pic>
      <p:pic>
        <p:nvPicPr>
          <p:cNvPr id="84" name="Object 83"/>
          <p:cNvPicPr>
            <a:picLocks noChangeAspect="1"/>
          </p:cNvPicPr>
          <p:nvPr/>
        </p:nvPicPr>
        <p:blipFill>
          <a:blip r:embed="rId35" cstate="print"/>
          <a:stretch>
            <a:fillRect/>
          </a:stretch>
        </p:blipFill>
        <p:spPr>
          <a:xfrm>
            <a:off x="6221224" y="4836505"/>
            <a:ext cx="2604562" cy="545048"/>
          </a:xfrm>
          <a:prstGeom prst="rect">
            <a:avLst/>
          </a:prstGeom>
        </p:spPr>
      </p:pic>
      <p:pic>
        <p:nvPicPr>
          <p:cNvPr id="2" name="Object 28">
            <a:extLst>
              <a:ext uri="{FF2B5EF4-FFF2-40B4-BE49-F238E27FC236}">
                <a16:creationId xmlns:a16="http://schemas.microsoft.com/office/drawing/2014/main" id="{329FBBEF-53D9-1B94-C1F5-18DDA86DB6A1}"/>
              </a:ext>
            </a:extLst>
          </p:cNvPr>
          <p:cNvPicPr>
            <a:picLocks noChangeAspect="1"/>
          </p:cNvPicPr>
          <p:nvPr/>
        </p:nvPicPr>
        <p:blipFill>
          <a:blip r:embed="rId36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48810" y="5643186"/>
            <a:ext cx="493295" cy="263762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3871" y="800804"/>
            <a:ext cx="6995629" cy="1028571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39661" y="2065740"/>
            <a:ext cx="3537451" cy="3120371"/>
            <a:chOff x="439661" y="2065740"/>
            <a:chExt cx="3537451" cy="312037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9661" y="2065740"/>
              <a:ext cx="3537451" cy="31203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186661" y="2065740"/>
            <a:ext cx="3313339" cy="3189476"/>
            <a:chOff x="5186661" y="2065740"/>
            <a:chExt cx="3313339" cy="3189476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86661" y="2065740"/>
              <a:ext cx="3313339" cy="3189476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-120748" y="1389860"/>
            <a:ext cx="7329524" cy="342895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1934741" y="5257317"/>
            <a:ext cx="6802829" cy="342895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578008" y="5246735"/>
            <a:ext cx="6880181" cy="342895"/>
          </a:xfrm>
          <a:prstGeom prst="rect">
            <a:avLst/>
          </a:prstGeom>
        </p:spPr>
      </p:pic>
      <p:pic>
        <p:nvPicPr>
          <p:cNvPr id="2" name="Object 28">
            <a:extLst>
              <a:ext uri="{FF2B5EF4-FFF2-40B4-BE49-F238E27FC236}">
                <a16:creationId xmlns:a16="http://schemas.microsoft.com/office/drawing/2014/main" id="{148B44F6-0241-E06F-5578-A11C264EAF0B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48810" y="5643186"/>
            <a:ext cx="493295" cy="263762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3871" y="800804"/>
            <a:ext cx="6995629" cy="1028571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18452" y="1937262"/>
            <a:ext cx="3012123" cy="3144524"/>
            <a:chOff x="818452" y="1937262"/>
            <a:chExt cx="3012123" cy="3144524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452" y="1937262"/>
              <a:ext cx="3012123" cy="314452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818955" y="1937262"/>
            <a:ext cx="2071801" cy="3091764"/>
            <a:chOff x="5818955" y="1937262"/>
            <a:chExt cx="2071801" cy="309176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18955" y="1937262"/>
              <a:ext cx="2071801" cy="3091764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-120833" y="1389860"/>
            <a:ext cx="7329695" cy="342895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1625083" y="5257317"/>
            <a:ext cx="6505619" cy="342895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956427" y="5246735"/>
            <a:ext cx="6499724" cy="342895"/>
          </a:xfrm>
          <a:prstGeom prst="rect">
            <a:avLst/>
          </a:prstGeom>
        </p:spPr>
      </p:pic>
      <p:pic>
        <p:nvPicPr>
          <p:cNvPr id="2" name="Object 28">
            <a:extLst>
              <a:ext uri="{FF2B5EF4-FFF2-40B4-BE49-F238E27FC236}">
                <a16:creationId xmlns:a16="http://schemas.microsoft.com/office/drawing/2014/main" id="{B7E7CDAD-4F58-9E62-BDBE-A914363779C0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48810" y="5643186"/>
            <a:ext cx="493295" cy="263762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-43919" y="733899"/>
            <a:ext cx="7547486" cy="1111000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23810" y="2668095"/>
            <a:ext cx="3764016" cy="1816140"/>
            <a:chOff x="523810" y="2668095"/>
            <a:chExt cx="3764016" cy="1816140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810" y="2668095"/>
              <a:ext cx="3764016" cy="181614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40163" y="2668095"/>
            <a:ext cx="3759837" cy="1747103"/>
            <a:chOff x="4740163" y="2668095"/>
            <a:chExt cx="3759837" cy="1747103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40163" y="2668095"/>
              <a:ext cx="3759837" cy="1747103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-295538" y="1389860"/>
            <a:ext cx="7512057" cy="342895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41789" y="4706332"/>
            <a:ext cx="3771543" cy="495200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850214" y="4706332"/>
            <a:ext cx="3578610" cy="495200"/>
          </a:xfrm>
          <a:prstGeom prst="rect">
            <a:avLst/>
          </a:prstGeom>
        </p:spPr>
      </p:pic>
      <p:pic>
        <p:nvPicPr>
          <p:cNvPr id="2" name="Object 28">
            <a:extLst>
              <a:ext uri="{FF2B5EF4-FFF2-40B4-BE49-F238E27FC236}">
                <a16:creationId xmlns:a16="http://schemas.microsoft.com/office/drawing/2014/main" id="{92D0A667-349B-28ED-DDB7-0DD9FB3D7E13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48810" y="5643186"/>
            <a:ext cx="493295" cy="263762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-43919" y="733899"/>
            <a:ext cx="7547486" cy="1111000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13390" y="2169175"/>
            <a:ext cx="2061918" cy="2300666"/>
            <a:chOff x="1213390" y="2169175"/>
            <a:chExt cx="2061918" cy="2300666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3390" y="2169175"/>
              <a:ext cx="2061918" cy="230066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861100" y="2169175"/>
            <a:ext cx="1887856" cy="2300666"/>
            <a:chOff x="4861100" y="2169175"/>
            <a:chExt cx="1887856" cy="2300666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61100" y="2169175"/>
              <a:ext cx="1887856" cy="230066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748956" y="2190947"/>
            <a:ext cx="1631997" cy="2278895"/>
            <a:chOff x="6748956" y="2190947"/>
            <a:chExt cx="1631997" cy="2278895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48956" y="2190947"/>
              <a:ext cx="1631997" cy="2278895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9062" y="1389860"/>
            <a:ext cx="7122838" cy="342895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68322" y="5011094"/>
            <a:ext cx="3540876" cy="495200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502124" y="5011094"/>
            <a:ext cx="4291314" cy="495200"/>
          </a:xfrm>
          <a:prstGeom prst="rect">
            <a:avLst/>
          </a:prstGeom>
        </p:spPr>
      </p:pic>
      <p:pic>
        <p:nvPicPr>
          <p:cNvPr id="2" name="Object 28">
            <a:extLst>
              <a:ext uri="{FF2B5EF4-FFF2-40B4-BE49-F238E27FC236}">
                <a16:creationId xmlns:a16="http://schemas.microsoft.com/office/drawing/2014/main" id="{E05B6AB5-ABB5-D229-89C7-81D89803E0BF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48810" y="5643186"/>
            <a:ext cx="493295" cy="263762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25690" y="800804"/>
            <a:ext cx="7179771" cy="1028571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13813" y="1960845"/>
            <a:ext cx="2389147" cy="3097358"/>
            <a:chOff x="1013813" y="1960845"/>
            <a:chExt cx="2389147" cy="309735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3813" y="1960845"/>
              <a:ext cx="2389147" cy="3097358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720077" y="3041771"/>
            <a:ext cx="4211429" cy="1354553"/>
            <a:chOff x="4720077" y="3041771"/>
            <a:chExt cx="4211429" cy="1354553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0077" y="3041771"/>
              <a:ext cx="4211429" cy="1354553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84443" y="1389860"/>
            <a:ext cx="6634790" cy="342895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982915" y="5315862"/>
            <a:ext cx="4808800" cy="495200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25392" y="5392053"/>
            <a:ext cx="4530486" cy="342895"/>
          </a:xfrm>
          <a:prstGeom prst="rect">
            <a:avLst/>
          </a:prstGeom>
        </p:spPr>
      </p:pic>
      <p:pic>
        <p:nvPicPr>
          <p:cNvPr id="2" name="Object 28">
            <a:extLst>
              <a:ext uri="{FF2B5EF4-FFF2-40B4-BE49-F238E27FC236}">
                <a16:creationId xmlns:a16="http://schemas.microsoft.com/office/drawing/2014/main" id="{0918A25B-D379-FBB7-193F-B83962EB22A4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48810" y="5643186"/>
            <a:ext cx="493295" cy="263762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26824" y="702461"/>
            <a:ext cx="6764371" cy="1143362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373633" y="2065315"/>
            <a:ext cx="6395591" cy="3402937"/>
            <a:chOff x="1373633" y="2065315"/>
            <a:chExt cx="6395591" cy="3402937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3633" y="2065315"/>
              <a:ext cx="6395591" cy="3402937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84443" y="1389860"/>
            <a:ext cx="6634790" cy="342895"/>
          </a:xfrm>
          <a:prstGeom prst="rect">
            <a:avLst/>
          </a:prstGeom>
        </p:spPr>
      </p:pic>
      <p:pic>
        <p:nvPicPr>
          <p:cNvPr id="2" name="Object 28">
            <a:extLst>
              <a:ext uri="{FF2B5EF4-FFF2-40B4-BE49-F238E27FC236}">
                <a16:creationId xmlns:a16="http://schemas.microsoft.com/office/drawing/2014/main" id="{0670B8EA-A423-353E-C823-F5A9AA43810C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88705" y="4479227"/>
            <a:ext cx="1860708" cy="445819"/>
            <a:chOff x="-188705" y="4479227"/>
            <a:chExt cx="1860708" cy="44581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920000">
              <a:off x="-188705" y="4479227"/>
              <a:ext cx="1860708" cy="44581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12905" y="2257976"/>
            <a:ext cx="4332905" cy="4442503"/>
            <a:chOff x="4912905" y="2257976"/>
            <a:chExt cx="4332905" cy="4442503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4912905" y="2257976"/>
              <a:ext cx="4327190" cy="4439151"/>
              <a:chOff x="4912905" y="2257976"/>
              <a:chExt cx="4327190" cy="4439151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806963" y="71686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12905" y="2257976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4918620" y="2261327"/>
              <a:ext cx="4327190" cy="4439151"/>
              <a:chOff x="4918620" y="2261327"/>
              <a:chExt cx="4327190" cy="4439151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668546" y="-8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18620" y="2261327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5" name="그룹 1005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147319" y="1389907"/>
            <a:ext cx="7343086" cy="338524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-35738" y="750385"/>
            <a:ext cx="7499895" cy="1075067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2770515" y="4256317"/>
            <a:ext cx="1860708" cy="445819"/>
            <a:chOff x="2770515" y="4256317"/>
            <a:chExt cx="1860708" cy="445819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0515" y="4256317"/>
              <a:ext cx="1860708" cy="445819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-252215" y="2081298"/>
            <a:ext cx="1900972" cy="1428226"/>
            <a:chOff x="-252215" y="2081298"/>
            <a:chExt cx="1900972" cy="1428226"/>
          </a:xfrm>
        </p:grpSpPr>
        <p:grpSp>
          <p:nvGrpSpPr>
            <p:cNvPr id="1011" name="그룹 1011"/>
            <p:cNvGrpSpPr/>
            <p:nvPr/>
          </p:nvGrpSpPr>
          <p:grpSpPr>
            <a:xfrm>
              <a:off x="-232082" y="2715113"/>
              <a:ext cx="1860708" cy="445819"/>
              <a:chOff x="-232082" y="2715113"/>
              <a:chExt cx="1860708" cy="445819"/>
            </a:xfrm>
          </p:grpSpPr>
          <p:pic>
            <p:nvPicPr>
              <p:cNvPr id="36" name="Object 35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rot="-1200000">
                <a:off x="-232082" y="2715113"/>
                <a:ext cx="1860708" cy="445819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-204498" y="2081298"/>
              <a:ext cx="582938" cy="1428226"/>
              <a:chOff x="-204498" y="2081298"/>
              <a:chExt cx="582938" cy="1428226"/>
            </a:xfrm>
          </p:grpSpPr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-204498" y="2081298"/>
                <a:ext cx="582938" cy="1428226"/>
              </a:xfrm>
              <a:prstGeom prst="rect">
                <a:avLst/>
              </a:prstGeom>
            </p:spPr>
          </p:pic>
        </p:grpSp>
      </p:grpSp>
      <p:grpSp>
        <p:nvGrpSpPr>
          <p:cNvPr id="1013" name="그룹 1013"/>
          <p:cNvGrpSpPr/>
          <p:nvPr/>
        </p:nvGrpSpPr>
        <p:grpSpPr>
          <a:xfrm>
            <a:off x="-294946" y="2507494"/>
            <a:ext cx="1753272" cy="473524"/>
            <a:chOff x="-294946" y="2507494"/>
            <a:chExt cx="1753272" cy="473524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5400000">
              <a:off x="-294946" y="2507494"/>
              <a:ext cx="1753272" cy="473524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-204498" y="3701971"/>
            <a:ext cx="582938" cy="1428226"/>
            <a:chOff x="-204498" y="3701971"/>
            <a:chExt cx="582938" cy="1428226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-204498" y="370197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-188705" y="5606186"/>
            <a:ext cx="1860708" cy="445819"/>
            <a:chOff x="-188705" y="5606186"/>
            <a:chExt cx="1860708" cy="445819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1920000">
              <a:off x="-188705" y="5606186"/>
              <a:ext cx="1860708" cy="445819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-204498" y="5438441"/>
            <a:ext cx="582938" cy="1428226"/>
            <a:chOff x="-204498" y="5438441"/>
            <a:chExt cx="582938" cy="1428226"/>
          </a:xfrm>
        </p:grpSpPr>
        <p:pic>
          <p:nvPicPr>
            <p:cNvPr id="52" name="Object 51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-204498" y="543844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2793932" y="2566048"/>
            <a:ext cx="1860708" cy="445819"/>
            <a:chOff x="2793932" y="2566048"/>
            <a:chExt cx="1860708" cy="445819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540000">
              <a:off x="2793932" y="2566048"/>
              <a:ext cx="1860708" cy="445819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736750" y="2346233"/>
            <a:ext cx="943272" cy="943272"/>
            <a:chOff x="1736750" y="2346233"/>
            <a:chExt cx="943272" cy="943272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 rot="10800000">
              <a:off x="1736750" y="2346233"/>
              <a:ext cx="943272" cy="943272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1736750" y="3908491"/>
            <a:ext cx="943272" cy="943272"/>
            <a:chOff x="1736750" y="3908491"/>
            <a:chExt cx="943272" cy="943272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 rot="10800000">
              <a:off x="1736750" y="3908491"/>
              <a:ext cx="943272" cy="943272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1736750" y="5691483"/>
            <a:ext cx="943272" cy="943272"/>
            <a:chOff x="1736750" y="5691483"/>
            <a:chExt cx="943272" cy="943272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10800000">
              <a:off x="1736750" y="5691483"/>
              <a:ext cx="943272" cy="943272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1949155" y="2542038"/>
            <a:ext cx="518463" cy="554914"/>
            <a:chOff x="1949155" y="2542038"/>
            <a:chExt cx="518463" cy="554914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49155" y="2542038"/>
              <a:ext cx="518463" cy="554914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1949155" y="4090080"/>
            <a:ext cx="518463" cy="554914"/>
            <a:chOff x="1949155" y="4090080"/>
            <a:chExt cx="518463" cy="554914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49155" y="4090080"/>
              <a:ext cx="518463" cy="554914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1949155" y="5868322"/>
            <a:ext cx="518463" cy="554914"/>
            <a:chOff x="1949155" y="5868322"/>
            <a:chExt cx="518463" cy="554914"/>
          </a:xfrm>
        </p:grpSpPr>
        <p:pic>
          <p:nvPicPr>
            <p:cNvPr id="73" name="Object 72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49155" y="5868322"/>
              <a:ext cx="518463" cy="554914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2770515" y="5817708"/>
            <a:ext cx="1860708" cy="445819"/>
            <a:chOff x="2770515" y="5817708"/>
            <a:chExt cx="1860708" cy="445819"/>
          </a:xfrm>
        </p:grpSpPr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70515" y="5817708"/>
              <a:ext cx="1860708" cy="445819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5047496" y="2321786"/>
            <a:ext cx="472357" cy="817876"/>
            <a:chOff x="5047496" y="2321786"/>
            <a:chExt cx="472357" cy="817876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 rot="480000">
              <a:off x="5047496" y="2321786"/>
              <a:ext cx="472357" cy="817876"/>
            </a:xfrm>
            <a:prstGeom prst="rect">
              <a:avLst/>
            </a:prstGeom>
          </p:spPr>
        </p:pic>
      </p:grpSp>
      <p:grpSp>
        <p:nvGrpSpPr>
          <p:cNvPr id="1026" name="그룹 1026"/>
          <p:cNvGrpSpPr/>
          <p:nvPr/>
        </p:nvGrpSpPr>
        <p:grpSpPr>
          <a:xfrm>
            <a:off x="5338961" y="5113042"/>
            <a:ext cx="1860708" cy="445819"/>
            <a:chOff x="5338961" y="5113042"/>
            <a:chExt cx="1860708" cy="445819"/>
          </a:xfrm>
        </p:grpSpPr>
        <p:pic>
          <p:nvPicPr>
            <p:cNvPr id="82" name="Object 8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200000">
              <a:off x="5338961" y="5113042"/>
              <a:ext cx="1860708" cy="445819"/>
            </a:xfrm>
            <a:prstGeom prst="rect">
              <a:avLst/>
            </a:prstGeom>
          </p:spPr>
        </p:pic>
      </p:grpSp>
      <p:grpSp>
        <p:nvGrpSpPr>
          <p:cNvPr id="1027" name="그룹 1027"/>
          <p:cNvGrpSpPr/>
          <p:nvPr/>
        </p:nvGrpSpPr>
        <p:grpSpPr>
          <a:xfrm>
            <a:off x="5366545" y="5007579"/>
            <a:ext cx="582938" cy="683904"/>
            <a:chOff x="5366545" y="5007579"/>
            <a:chExt cx="582938" cy="683904"/>
          </a:xfrm>
        </p:grpSpPr>
        <p:pic>
          <p:nvPicPr>
            <p:cNvPr id="85" name="Object 84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66545" y="5007579"/>
              <a:ext cx="582938" cy="683904"/>
            </a:xfrm>
            <a:prstGeom prst="rect">
              <a:avLst/>
            </a:prstGeom>
          </p:spPr>
        </p:pic>
      </p:grpSp>
      <p:pic>
        <p:nvPicPr>
          <p:cNvPr id="87" name="Object 86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-117581" y="1617599"/>
            <a:ext cx="1911752" cy="2812676"/>
          </a:xfrm>
          <a:prstGeom prst="rect">
            <a:avLst/>
          </a:prstGeom>
        </p:spPr>
      </p:pic>
      <p:grpSp>
        <p:nvGrpSpPr>
          <p:cNvPr id="1028" name="그룹 1028"/>
          <p:cNvGrpSpPr/>
          <p:nvPr/>
        </p:nvGrpSpPr>
        <p:grpSpPr>
          <a:xfrm>
            <a:off x="346695" y="3854553"/>
            <a:ext cx="502461" cy="2845926"/>
            <a:chOff x="346695" y="3854553"/>
            <a:chExt cx="502461" cy="2845926"/>
          </a:xfrm>
        </p:grpSpPr>
        <p:grpSp>
          <p:nvGrpSpPr>
            <p:cNvPr id="1029" name="그룹 1029"/>
            <p:cNvGrpSpPr/>
            <p:nvPr/>
          </p:nvGrpSpPr>
          <p:grpSpPr>
            <a:xfrm>
              <a:off x="-820459" y="5040754"/>
              <a:ext cx="2845926" cy="473524"/>
              <a:chOff x="-820459" y="5040754"/>
              <a:chExt cx="2845926" cy="473524"/>
            </a:xfrm>
          </p:grpSpPr>
          <p:pic>
            <p:nvPicPr>
              <p:cNvPr id="90" name="Object 89"/>
              <p:cNvPicPr>
                <a:picLocks noChangeAspect="1"/>
              </p:cNvPicPr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 rot="5400000">
                <a:off x="-820459" y="5040754"/>
                <a:ext cx="2845926" cy="473524"/>
              </a:xfrm>
              <a:prstGeom prst="rect">
                <a:avLst/>
              </a:prstGeom>
            </p:spPr>
          </p:pic>
        </p:grpSp>
        <p:pic>
          <p:nvPicPr>
            <p:cNvPr id="92" name="Object 91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-95001" y="4256456"/>
              <a:ext cx="1911752" cy="2498924"/>
            </a:xfrm>
            <a:prstGeom prst="rect">
              <a:avLst/>
            </a:prstGeom>
          </p:spPr>
        </p:pic>
      </p:grpSp>
      <p:pic>
        <p:nvPicPr>
          <p:cNvPr id="94" name="Object 93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1721465" y="3188819"/>
            <a:ext cx="1012486" cy="533829"/>
          </a:xfrm>
          <a:prstGeom prst="rect">
            <a:avLst/>
          </a:prstGeom>
        </p:spPr>
      </p:pic>
      <p:pic>
        <p:nvPicPr>
          <p:cNvPr id="95" name="Object 94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731093" y="4757923"/>
            <a:ext cx="974257" cy="533486"/>
          </a:xfrm>
          <a:prstGeom prst="rect">
            <a:avLst/>
          </a:prstGeom>
        </p:spPr>
      </p:pic>
      <p:pic>
        <p:nvPicPr>
          <p:cNvPr id="96" name="Object 95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1731093" y="6539712"/>
            <a:ext cx="974257" cy="533486"/>
          </a:xfrm>
          <a:prstGeom prst="rect">
            <a:avLst/>
          </a:prstGeom>
        </p:spPr>
      </p:pic>
      <p:pic>
        <p:nvPicPr>
          <p:cNvPr id="97" name="Object 96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 rot="-360000">
            <a:off x="3173636" y="6166533"/>
            <a:ext cx="1056095" cy="533486"/>
          </a:xfrm>
          <a:prstGeom prst="rect">
            <a:avLst/>
          </a:prstGeom>
        </p:spPr>
      </p:pic>
      <p:pic>
        <p:nvPicPr>
          <p:cNvPr id="98" name="Object 97"/>
          <p:cNvPicPr>
            <a:picLocks noChangeAspect="1"/>
          </p:cNvPicPr>
          <p:nvPr/>
        </p:nvPicPr>
        <p:blipFill>
          <a:blip r:embed="rId31" cstate="print"/>
          <a:stretch>
            <a:fillRect/>
          </a:stretch>
        </p:blipFill>
        <p:spPr>
          <a:xfrm rot="480000">
            <a:off x="3118930" y="3934246"/>
            <a:ext cx="1056095" cy="533486"/>
          </a:xfrm>
          <a:prstGeom prst="rect">
            <a:avLst/>
          </a:prstGeom>
        </p:spPr>
      </p:pic>
      <p:pic>
        <p:nvPicPr>
          <p:cNvPr id="99" name="Object 98"/>
          <p:cNvPicPr>
            <a:picLocks noChangeAspect="1"/>
          </p:cNvPicPr>
          <p:nvPr/>
        </p:nvPicPr>
        <p:blipFill>
          <a:blip r:embed="rId32" cstate="print"/>
          <a:stretch>
            <a:fillRect/>
          </a:stretch>
        </p:blipFill>
        <p:spPr>
          <a:xfrm>
            <a:off x="4740029" y="3127637"/>
            <a:ext cx="1070343" cy="533486"/>
          </a:xfrm>
          <a:prstGeom prst="rect">
            <a:avLst/>
          </a:prstGeom>
        </p:spPr>
      </p:pic>
      <p:grpSp>
        <p:nvGrpSpPr>
          <p:cNvPr id="1030" name="그룹 1030"/>
          <p:cNvGrpSpPr/>
          <p:nvPr/>
        </p:nvGrpSpPr>
        <p:grpSpPr>
          <a:xfrm>
            <a:off x="4811192" y="4714832"/>
            <a:ext cx="1066066" cy="1066005"/>
            <a:chOff x="4811192" y="4714832"/>
            <a:chExt cx="1066066" cy="1066005"/>
          </a:xfrm>
        </p:grpSpPr>
        <p:pic>
          <p:nvPicPr>
            <p:cNvPr id="101" name="Object 100"/>
            <p:cNvPicPr>
              <a:picLocks noChangeAspect="1"/>
            </p:cNvPicPr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811192" y="4714832"/>
              <a:ext cx="1066066" cy="1066005"/>
            </a:xfrm>
            <a:prstGeom prst="rect">
              <a:avLst/>
            </a:prstGeom>
          </p:spPr>
        </p:pic>
      </p:grpSp>
      <p:grpSp>
        <p:nvGrpSpPr>
          <p:cNvPr id="1031" name="그룹 1031"/>
          <p:cNvGrpSpPr/>
          <p:nvPr/>
        </p:nvGrpSpPr>
        <p:grpSpPr>
          <a:xfrm>
            <a:off x="7462817" y="4601367"/>
            <a:ext cx="1152898" cy="1152898"/>
            <a:chOff x="7462817" y="4601367"/>
            <a:chExt cx="1152898" cy="1152898"/>
          </a:xfrm>
        </p:grpSpPr>
        <p:grpSp>
          <p:nvGrpSpPr>
            <p:cNvPr id="1032" name="그룹 1032"/>
            <p:cNvGrpSpPr/>
            <p:nvPr/>
          </p:nvGrpSpPr>
          <p:grpSpPr>
            <a:xfrm>
              <a:off x="7462817" y="4601367"/>
              <a:ext cx="1152898" cy="1152898"/>
              <a:chOff x="7462817" y="4601367"/>
              <a:chExt cx="1152898" cy="1152898"/>
            </a:xfrm>
          </p:grpSpPr>
          <p:pic>
            <p:nvPicPr>
              <p:cNvPr id="105" name="Object 104"/>
              <p:cNvPicPr>
                <a:picLocks noChangeAspect="1"/>
              </p:cNvPicPr>
              <p:nvPr/>
            </p:nvPicPr>
            <p:blipFill>
              <a:blip r:embed="rId34" cstate="print"/>
              <a:stretch>
                <a:fillRect/>
              </a:stretch>
            </p:blipFill>
            <p:spPr>
              <a:xfrm>
                <a:off x="7462817" y="4601367"/>
                <a:ext cx="1152898" cy="1152898"/>
              </a:xfrm>
              <a:prstGeom prst="rect">
                <a:avLst/>
              </a:prstGeom>
            </p:spPr>
          </p:pic>
        </p:grpSp>
        <p:grpSp>
          <p:nvGrpSpPr>
            <p:cNvPr id="1033" name="그룹 1033"/>
            <p:cNvGrpSpPr/>
            <p:nvPr/>
          </p:nvGrpSpPr>
          <p:grpSpPr>
            <a:xfrm>
              <a:off x="7619298" y="4778327"/>
              <a:ext cx="877527" cy="811853"/>
              <a:chOff x="7619298" y="4778327"/>
              <a:chExt cx="877527" cy="811853"/>
            </a:xfrm>
          </p:grpSpPr>
          <p:pic>
            <p:nvPicPr>
              <p:cNvPr id="108" name="Object 107"/>
              <p:cNvPicPr>
                <a:picLocks noChangeAspect="1"/>
              </p:cNvPicPr>
              <p:nvPr/>
            </p:nvPicPr>
            <p:blipFill>
              <a:blip r:embed="rId35" cstate="print"/>
              <a:stretch>
                <a:fillRect/>
              </a:stretch>
            </p:blipFill>
            <p:spPr>
              <a:xfrm>
                <a:off x="7619298" y="4778327"/>
                <a:ext cx="877527" cy="811853"/>
              </a:xfrm>
              <a:prstGeom prst="rect">
                <a:avLst/>
              </a:prstGeom>
            </p:spPr>
          </p:pic>
        </p:grpSp>
      </p:grpSp>
      <p:pic>
        <p:nvPicPr>
          <p:cNvPr id="111" name="Object 110"/>
          <p:cNvPicPr>
            <a:picLocks noChangeAspect="1"/>
          </p:cNvPicPr>
          <p:nvPr/>
        </p:nvPicPr>
        <p:blipFill>
          <a:blip r:embed="rId36" cstate="print"/>
          <a:stretch>
            <a:fillRect/>
          </a:stretch>
        </p:blipFill>
        <p:spPr>
          <a:xfrm>
            <a:off x="4733186" y="5658805"/>
            <a:ext cx="1201457" cy="552533"/>
          </a:xfrm>
          <a:prstGeom prst="rect">
            <a:avLst/>
          </a:prstGeom>
        </p:spPr>
      </p:pic>
      <p:pic>
        <p:nvPicPr>
          <p:cNvPr id="112" name="Object 111"/>
          <p:cNvPicPr>
            <a:picLocks noChangeAspect="1"/>
          </p:cNvPicPr>
          <p:nvPr/>
        </p:nvPicPr>
        <p:blipFill>
          <a:blip r:embed="rId37" cstate="print"/>
          <a:stretch>
            <a:fillRect/>
          </a:stretch>
        </p:blipFill>
        <p:spPr>
          <a:xfrm>
            <a:off x="7476137" y="5698981"/>
            <a:ext cx="1128886" cy="53348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57976"/>
            <a:ext cx="4332905" cy="4442503"/>
            <a:chOff x="4912905" y="2257976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57976"/>
              <a:ext cx="4327190" cy="4439151"/>
              <a:chOff x="4912905" y="2257976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806963" y="71686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2905" y="2257976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61327"/>
              <a:ext cx="4327190" cy="4439151"/>
              <a:chOff x="4918620" y="2261327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668546" y="-8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8620" y="2261327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61890" y="1389907"/>
            <a:ext cx="7249324" cy="338524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35738" y="750385"/>
            <a:ext cx="7499895" cy="1075067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-204498" y="3701971"/>
            <a:ext cx="582938" cy="1428226"/>
            <a:chOff x="-204498" y="3701971"/>
            <a:chExt cx="582938" cy="1428226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204498" y="370197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-204498" y="5438441"/>
            <a:ext cx="582938" cy="1428226"/>
            <a:chOff x="-204498" y="5438441"/>
            <a:chExt cx="582938" cy="142822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-204498" y="543844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5366545" y="5007579"/>
            <a:ext cx="582938" cy="683904"/>
            <a:chOff x="5366545" y="5007579"/>
            <a:chExt cx="582938" cy="683904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66545" y="5007579"/>
              <a:ext cx="582938" cy="683904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331147" y="2080287"/>
            <a:ext cx="8480564" cy="4323845"/>
            <a:chOff x="331147" y="2080287"/>
            <a:chExt cx="8480564" cy="4323845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1147" y="2080287"/>
              <a:ext cx="8480564" cy="4323845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857222" y="5246942"/>
            <a:ext cx="1607736" cy="363950"/>
            <a:chOff x="1857222" y="5246942"/>
            <a:chExt cx="1607736" cy="363950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7222" y="5246942"/>
              <a:ext cx="1607736" cy="36395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912905" y="2257976"/>
            <a:ext cx="4332905" cy="4442503"/>
            <a:chOff x="4912905" y="2257976"/>
            <a:chExt cx="4332905" cy="4442503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4912905" y="2257976"/>
              <a:ext cx="4327190" cy="4439151"/>
              <a:chOff x="4912905" y="2257976"/>
              <a:chExt cx="4327190" cy="4439151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806963" y="71686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12905" y="2257976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4918620" y="2261327"/>
              <a:ext cx="4327190" cy="4439151"/>
              <a:chOff x="4918620" y="2261327"/>
              <a:chExt cx="4327190" cy="4439151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668546" y="-8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12" name="Object 11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18620" y="2261327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5" name="그룹 1005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35738" y="740861"/>
            <a:ext cx="7528467" cy="10941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-204498" y="3701971"/>
            <a:ext cx="582938" cy="1428226"/>
            <a:chOff x="-204498" y="3701971"/>
            <a:chExt cx="582938" cy="1428226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204498" y="370197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-204498" y="5438441"/>
            <a:ext cx="582938" cy="1428226"/>
            <a:chOff x="-204498" y="5438441"/>
            <a:chExt cx="582938" cy="1428226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-204498" y="543844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5561563" y="2951858"/>
            <a:ext cx="1517794" cy="238795"/>
            <a:chOff x="5561563" y="2951858"/>
            <a:chExt cx="1517794" cy="238795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61563" y="2951858"/>
              <a:ext cx="1517794" cy="238795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534199" y="3259519"/>
            <a:ext cx="1348375" cy="250005"/>
            <a:chOff x="1534199" y="3259519"/>
            <a:chExt cx="1348375" cy="250005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34199" y="3259519"/>
              <a:ext cx="1348375" cy="250005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6614591" y="4605564"/>
            <a:ext cx="103609" cy="103609"/>
            <a:chOff x="6614591" y="4605564"/>
            <a:chExt cx="103609" cy="103609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14591" y="4605564"/>
              <a:ext cx="103609" cy="103609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4822155" y="2570104"/>
            <a:ext cx="201515" cy="206729"/>
            <a:chOff x="4822155" y="2570104"/>
            <a:chExt cx="201515" cy="206729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22155" y="2570104"/>
              <a:ext cx="201515" cy="206729"/>
            </a:xfrm>
            <a:prstGeom prst="rect">
              <a:avLst/>
            </a:prstGeom>
          </p:spPr>
        </p:pic>
      </p:grpSp>
      <p:pic>
        <p:nvPicPr>
          <p:cNvPr id="48" name="Object 4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070110" y="2730141"/>
            <a:ext cx="1468733" cy="610790"/>
          </a:xfrm>
          <a:prstGeom prst="rect">
            <a:avLst/>
          </a:prstGeom>
        </p:spPr>
      </p:pic>
      <p:pic>
        <p:nvPicPr>
          <p:cNvPr id="49" name="Object 48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8707" y="3474423"/>
            <a:ext cx="2008943" cy="610790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1857222" y="3701971"/>
            <a:ext cx="103609" cy="103609"/>
            <a:chOff x="1857222" y="3701971"/>
            <a:chExt cx="103609" cy="103609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57222" y="3701971"/>
              <a:ext cx="103609" cy="103609"/>
            </a:xfrm>
            <a:prstGeom prst="rect">
              <a:avLst/>
            </a:prstGeom>
          </p:spPr>
        </p:pic>
      </p:grpSp>
      <p:pic>
        <p:nvPicPr>
          <p:cNvPr id="53" name="Object 52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362010" y="5306289"/>
            <a:ext cx="1626638" cy="610790"/>
          </a:xfrm>
          <a:prstGeom prst="rect">
            <a:avLst/>
          </a:prstGeom>
        </p:spPr>
      </p:pic>
      <p:grpSp>
        <p:nvGrpSpPr>
          <p:cNvPr id="1016" name="그룹 1016"/>
          <p:cNvGrpSpPr/>
          <p:nvPr/>
        </p:nvGrpSpPr>
        <p:grpSpPr>
          <a:xfrm>
            <a:off x="4680651" y="3183544"/>
            <a:ext cx="1635993" cy="1635993"/>
            <a:chOff x="4680651" y="3183544"/>
            <a:chExt cx="1635993" cy="1635993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80651" y="3183544"/>
              <a:ext cx="1635993" cy="1635993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5109384" y="3471429"/>
            <a:ext cx="924461" cy="924461"/>
            <a:chOff x="5109384" y="3471429"/>
            <a:chExt cx="924461" cy="924461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09384" y="3471429"/>
              <a:ext cx="924461" cy="924461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2179774" y="3551935"/>
            <a:ext cx="1789326" cy="1789326"/>
            <a:chOff x="2179774" y="3551935"/>
            <a:chExt cx="1789326" cy="1789326"/>
          </a:xfrm>
        </p:grpSpPr>
        <p:pic>
          <p:nvPicPr>
            <p:cNvPr id="61" name="Object 60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79774" y="3551935"/>
              <a:ext cx="1789326" cy="1789326"/>
            </a:xfrm>
            <a:prstGeom prst="rect">
              <a:avLst/>
            </a:prstGeom>
          </p:spPr>
        </p:pic>
      </p:grpSp>
      <p:grpSp>
        <p:nvGrpSpPr>
          <p:cNvPr id="1019" name="그룹 1019"/>
          <p:cNvGrpSpPr/>
          <p:nvPr/>
        </p:nvGrpSpPr>
        <p:grpSpPr>
          <a:xfrm>
            <a:off x="2515697" y="4022462"/>
            <a:ext cx="1027816" cy="1027816"/>
            <a:chOff x="2515697" y="4022462"/>
            <a:chExt cx="1027816" cy="1027816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515697" y="4022462"/>
              <a:ext cx="1027816" cy="1027816"/>
            </a:xfrm>
            <a:prstGeom prst="rect">
              <a:avLst/>
            </a:prstGeom>
          </p:spPr>
        </p:pic>
      </p:grpSp>
      <p:grpSp>
        <p:nvGrpSpPr>
          <p:cNvPr id="1020" name="그룹 1020"/>
          <p:cNvGrpSpPr/>
          <p:nvPr/>
        </p:nvGrpSpPr>
        <p:grpSpPr>
          <a:xfrm>
            <a:off x="3727799" y="3904758"/>
            <a:ext cx="2247796" cy="2247796"/>
            <a:chOff x="3727799" y="3904758"/>
            <a:chExt cx="2247796" cy="2247796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27799" y="3904758"/>
              <a:ext cx="2247796" cy="2247796"/>
            </a:xfrm>
            <a:prstGeom prst="rect">
              <a:avLst/>
            </a:prstGeom>
          </p:spPr>
        </p:pic>
      </p:grpSp>
      <p:grpSp>
        <p:nvGrpSpPr>
          <p:cNvPr id="1021" name="그룹 1021"/>
          <p:cNvGrpSpPr/>
          <p:nvPr/>
        </p:nvGrpSpPr>
        <p:grpSpPr>
          <a:xfrm>
            <a:off x="2846099" y="2441773"/>
            <a:ext cx="2055176" cy="2055176"/>
            <a:chOff x="2846099" y="2441773"/>
            <a:chExt cx="2055176" cy="2055176"/>
          </a:xfrm>
        </p:grpSpPr>
        <p:pic>
          <p:nvPicPr>
            <p:cNvPr id="70" name="Object 69"/>
            <p:cNvPicPr>
              <a:picLocks noChangeAspect="1"/>
            </p:cNvPicPr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46099" y="2441773"/>
              <a:ext cx="2055176" cy="2055176"/>
            </a:xfrm>
            <a:prstGeom prst="rect">
              <a:avLst/>
            </a:prstGeom>
          </p:spPr>
        </p:pic>
      </p:grpSp>
      <p:grpSp>
        <p:nvGrpSpPr>
          <p:cNvPr id="1022" name="그룹 1022"/>
          <p:cNvGrpSpPr/>
          <p:nvPr/>
        </p:nvGrpSpPr>
        <p:grpSpPr>
          <a:xfrm>
            <a:off x="2661090" y="5945825"/>
            <a:ext cx="201515" cy="206729"/>
            <a:chOff x="2661090" y="5945825"/>
            <a:chExt cx="201515" cy="206729"/>
          </a:xfrm>
        </p:grpSpPr>
        <p:pic>
          <p:nvPicPr>
            <p:cNvPr id="73" name="Object 72"/>
            <p:cNvPicPr>
              <a:picLocks noChangeAspect="1"/>
            </p:cNvPicPr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661090" y="5945825"/>
              <a:ext cx="201515" cy="206729"/>
            </a:xfrm>
            <a:prstGeom prst="rect">
              <a:avLst/>
            </a:prstGeom>
          </p:spPr>
        </p:pic>
      </p:grpSp>
      <p:grpSp>
        <p:nvGrpSpPr>
          <p:cNvPr id="1023" name="그룹 1023"/>
          <p:cNvGrpSpPr/>
          <p:nvPr/>
        </p:nvGrpSpPr>
        <p:grpSpPr>
          <a:xfrm>
            <a:off x="5940404" y="5179083"/>
            <a:ext cx="1348375" cy="250005"/>
            <a:chOff x="5940404" y="5179083"/>
            <a:chExt cx="1348375" cy="250005"/>
          </a:xfrm>
        </p:grpSpPr>
        <p:pic>
          <p:nvPicPr>
            <p:cNvPr id="76" name="Object 75"/>
            <p:cNvPicPr>
              <a:picLocks noChangeAspect="1"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40404" y="5179083"/>
              <a:ext cx="1348375" cy="250005"/>
            </a:xfrm>
            <a:prstGeom prst="rect">
              <a:avLst/>
            </a:prstGeom>
          </p:spPr>
        </p:pic>
      </p:grpSp>
      <p:grpSp>
        <p:nvGrpSpPr>
          <p:cNvPr id="1024" name="그룹 1024"/>
          <p:cNvGrpSpPr/>
          <p:nvPr/>
        </p:nvGrpSpPr>
        <p:grpSpPr>
          <a:xfrm>
            <a:off x="4234243" y="4424998"/>
            <a:ext cx="1262084" cy="1262084"/>
            <a:chOff x="4234243" y="4424998"/>
            <a:chExt cx="1262084" cy="1262084"/>
          </a:xfrm>
        </p:grpSpPr>
        <p:pic>
          <p:nvPicPr>
            <p:cNvPr id="79" name="Object 78"/>
            <p:cNvPicPr>
              <a:picLocks noChangeAspect="1"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234243" y="4424998"/>
              <a:ext cx="1262084" cy="1262084"/>
            </a:xfrm>
            <a:prstGeom prst="rect">
              <a:avLst/>
            </a:prstGeom>
          </p:spPr>
        </p:pic>
      </p:grpSp>
      <p:grpSp>
        <p:nvGrpSpPr>
          <p:cNvPr id="1025" name="그룹 1025"/>
          <p:cNvGrpSpPr/>
          <p:nvPr/>
        </p:nvGrpSpPr>
        <p:grpSpPr>
          <a:xfrm>
            <a:off x="3174253" y="2779190"/>
            <a:ext cx="1409874" cy="1409874"/>
            <a:chOff x="3174253" y="2779190"/>
            <a:chExt cx="1409874" cy="1409874"/>
          </a:xfrm>
        </p:grpSpPr>
        <p:pic>
          <p:nvPicPr>
            <p:cNvPr id="82" name="Object 81"/>
            <p:cNvPicPr>
              <a:picLocks noChangeAspect="1"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174253" y="2779190"/>
              <a:ext cx="1409874" cy="1409874"/>
            </a:xfrm>
            <a:prstGeom prst="rect">
              <a:avLst/>
            </a:prstGeom>
          </p:spPr>
        </p:pic>
      </p:grpSp>
      <p:pic>
        <p:nvPicPr>
          <p:cNvPr id="84" name="Object 83"/>
          <p:cNvPicPr>
            <a:picLocks noChangeAspect="1"/>
          </p:cNvPicPr>
          <p:nvPr/>
        </p:nvPicPr>
        <p:blipFill>
          <a:blip r:embed="rId32" cstate="print"/>
          <a:stretch>
            <a:fillRect/>
          </a:stretch>
        </p:blipFill>
        <p:spPr>
          <a:xfrm>
            <a:off x="6868325" y="5417267"/>
            <a:ext cx="1993429" cy="61079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57976"/>
            <a:ext cx="4332905" cy="4442503"/>
            <a:chOff x="4912905" y="2257976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57976"/>
              <a:ext cx="4327190" cy="4439151"/>
              <a:chOff x="4912905" y="2257976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806963" y="71686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2905" y="2257976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61327"/>
              <a:ext cx="4327190" cy="4439151"/>
              <a:chOff x="4918620" y="2261327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668546" y="-8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8620" y="2261327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147319" y="1389907"/>
            <a:ext cx="7343086" cy="338524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35738" y="740861"/>
            <a:ext cx="7528467" cy="1094114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-204498" y="3701971"/>
            <a:ext cx="582938" cy="1428226"/>
            <a:chOff x="-204498" y="3701971"/>
            <a:chExt cx="582938" cy="1428226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204498" y="370197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-204498" y="5438441"/>
            <a:ext cx="582938" cy="1428226"/>
            <a:chOff x="-204498" y="5438441"/>
            <a:chExt cx="582938" cy="142822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-204498" y="543844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798539" y="2663377"/>
            <a:ext cx="2607600" cy="269336"/>
            <a:chOff x="1798539" y="2663377"/>
            <a:chExt cx="2607600" cy="269336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1080000">
              <a:off x="1798539" y="2663377"/>
              <a:ext cx="2607600" cy="269336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2140757" y="4378642"/>
            <a:ext cx="1686176" cy="250005"/>
            <a:chOff x="2140757" y="4378642"/>
            <a:chExt cx="1686176" cy="250005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 rot="-540000">
              <a:off x="2140757" y="4378642"/>
              <a:ext cx="1686176" cy="250005"/>
            </a:xfrm>
            <a:prstGeom prst="rect">
              <a:avLst/>
            </a:prstGeom>
          </p:spPr>
        </p:pic>
      </p:grpSp>
      <p:pic>
        <p:nvPicPr>
          <p:cNvPr id="40" name="Object 39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32852" y="2845346"/>
            <a:ext cx="1624486" cy="575857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914989" y="6131064"/>
            <a:ext cx="1752057" cy="575857"/>
          </a:xfrm>
          <a:prstGeom prst="rect">
            <a:avLst/>
          </a:prstGeom>
        </p:spPr>
      </p:pic>
      <p:grpSp>
        <p:nvGrpSpPr>
          <p:cNvPr id="1012" name="그룹 1012"/>
          <p:cNvGrpSpPr/>
          <p:nvPr/>
        </p:nvGrpSpPr>
        <p:grpSpPr>
          <a:xfrm>
            <a:off x="3753432" y="3190652"/>
            <a:ext cx="1635993" cy="1635993"/>
            <a:chOff x="3753432" y="3190652"/>
            <a:chExt cx="1635993" cy="1635993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53432" y="3190652"/>
              <a:ext cx="1635993" cy="1635993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552381" y="1618441"/>
            <a:ext cx="1288333" cy="1315709"/>
            <a:chOff x="552381" y="1618441"/>
            <a:chExt cx="1288333" cy="1315709"/>
          </a:xfrm>
        </p:grpSpPr>
        <p:grpSp>
          <p:nvGrpSpPr>
            <p:cNvPr id="1014" name="그룹 1014"/>
            <p:cNvGrpSpPr/>
            <p:nvPr/>
          </p:nvGrpSpPr>
          <p:grpSpPr>
            <a:xfrm>
              <a:off x="552381" y="1618441"/>
              <a:ext cx="1288333" cy="1315709"/>
              <a:chOff x="552381" y="1618441"/>
              <a:chExt cx="1288333" cy="1315709"/>
            </a:xfrm>
          </p:grpSpPr>
          <p:pic>
            <p:nvPicPr>
              <p:cNvPr id="47" name="Object 46"/>
              <p:cNvPicPr>
                <a:picLocks noChangeAspect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552381" y="1618441"/>
                <a:ext cx="1288333" cy="1315709"/>
              </a:xfrm>
              <a:prstGeom prst="rect">
                <a:avLst/>
              </a:prstGeom>
            </p:spPr>
          </p:pic>
        </p:grpSp>
        <p:grpSp>
          <p:nvGrpSpPr>
            <p:cNvPr id="1015" name="그룹 1015"/>
            <p:cNvGrpSpPr/>
            <p:nvPr/>
          </p:nvGrpSpPr>
          <p:grpSpPr>
            <a:xfrm>
              <a:off x="644585" y="1714260"/>
              <a:ext cx="1086734" cy="1086734"/>
              <a:chOff x="644585" y="1714260"/>
              <a:chExt cx="1086734" cy="1086734"/>
            </a:xfrm>
          </p:grpSpPr>
          <p:pic>
            <p:nvPicPr>
              <p:cNvPr id="50" name="Object 49"/>
              <p:cNvPicPr>
                <a:picLocks noChangeAspect="1"/>
              </p:cNvPicPr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644585" y="1714260"/>
                <a:ext cx="1086734" cy="1086734"/>
              </a:xfrm>
              <a:prstGeom prst="rect">
                <a:avLst/>
              </a:prstGeom>
            </p:spPr>
          </p:pic>
        </p:grpSp>
      </p:grpSp>
      <p:grpSp>
        <p:nvGrpSpPr>
          <p:cNvPr id="1016" name="그룹 1016"/>
          <p:cNvGrpSpPr/>
          <p:nvPr/>
        </p:nvGrpSpPr>
        <p:grpSpPr>
          <a:xfrm>
            <a:off x="4023915" y="3445139"/>
            <a:ext cx="1069631" cy="1069631"/>
            <a:chOff x="4023915" y="3445139"/>
            <a:chExt cx="1069631" cy="1069631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23915" y="3445139"/>
              <a:ext cx="1069631" cy="1069631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204342" y="4826646"/>
            <a:ext cx="1353873" cy="1382641"/>
            <a:chOff x="1204342" y="4826646"/>
            <a:chExt cx="1353873" cy="1382641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04342" y="4826646"/>
              <a:ext cx="1353873" cy="1382641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1325493" y="4978835"/>
            <a:ext cx="1113915" cy="1113915"/>
            <a:chOff x="1325493" y="4978835"/>
            <a:chExt cx="1113915" cy="1113915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25493" y="4978835"/>
              <a:ext cx="1113915" cy="1113915"/>
            </a:xfrm>
            <a:prstGeom prst="rect">
              <a:avLst/>
            </a:prstGeom>
          </p:spPr>
        </p:pic>
      </p:grpSp>
      <p:pic>
        <p:nvPicPr>
          <p:cNvPr id="62" name="Object 61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4940543" y="3617079"/>
            <a:ext cx="4500762" cy="98773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93468"/>
            <a:ext cx="4332905" cy="4442503"/>
            <a:chOff x="4912905" y="2293468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93468"/>
              <a:ext cx="4327190" cy="4439151"/>
              <a:chOff x="4912905" y="2293468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806963" y="107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2905" y="2293468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96820"/>
              <a:ext cx="4327190" cy="4439151"/>
              <a:chOff x="4918620" y="2296820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668546" y="27315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8620" y="2296820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650186" y="5471225"/>
            <a:ext cx="5586876" cy="342752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733814" y="5050406"/>
            <a:ext cx="3045962" cy="425857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35753" y="2535748"/>
            <a:ext cx="7171410" cy="2644048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12966" y="2694834"/>
            <a:ext cx="6629495" cy="440790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783183" y="6002531"/>
            <a:ext cx="238095" cy="756843"/>
            <a:chOff x="783183" y="6002531"/>
            <a:chExt cx="238095" cy="756843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5400000">
              <a:off x="783183" y="6002531"/>
              <a:ext cx="238095" cy="75684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93468"/>
            <a:ext cx="4332905" cy="4442503"/>
            <a:chOff x="4912905" y="2293468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93468"/>
              <a:ext cx="4327190" cy="4439151"/>
              <a:chOff x="4912905" y="2293468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806963" y="107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2905" y="2293468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96820"/>
              <a:ext cx="4327190" cy="4439151"/>
              <a:chOff x="4918620" y="2296820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668546" y="27315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8620" y="2296820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294780" y="2516700"/>
            <a:ext cx="8411486" cy="2672619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783183" y="6002531"/>
            <a:ext cx="238095" cy="756843"/>
            <a:chOff x="783183" y="6002531"/>
            <a:chExt cx="238095" cy="756843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5400000">
              <a:off x="783183" y="6002531"/>
              <a:ext cx="238095" cy="75684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4912905" y="2257976"/>
            <a:ext cx="4332905" cy="4442503"/>
            <a:chOff x="4912905" y="2257976"/>
            <a:chExt cx="4332905" cy="4442503"/>
          </a:xfrm>
        </p:grpSpPr>
        <p:grpSp>
          <p:nvGrpSpPr>
            <p:cNvPr id="1002" name="그룹 1002"/>
            <p:cNvGrpSpPr/>
            <p:nvPr/>
          </p:nvGrpSpPr>
          <p:grpSpPr>
            <a:xfrm>
              <a:off x="4912905" y="2257976"/>
              <a:ext cx="4327190" cy="4439151"/>
              <a:chOff x="4912905" y="2257976"/>
              <a:chExt cx="4327190" cy="4439151"/>
            </a:xfrm>
          </p:grpSpPr>
          <p:pic>
            <p:nvPicPr>
              <p:cNvPr id="4" name="Object 3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806963" y="71686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5" name="Object 4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2905" y="2257976"/>
                <a:ext cx="4327190" cy="4439151"/>
              </a:xfrm>
              <a:prstGeom prst="rect">
                <a:avLst/>
              </a:prstGeom>
            </p:spPr>
          </p:pic>
        </p:grpSp>
        <p:grpSp>
          <p:nvGrpSpPr>
            <p:cNvPr id="1003" name="그룹 1003"/>
            <p:cNvGrpSpPr/>
            <p:nvPr/>
          </p:nvGrpSpPr>
          <p:grpSpPr>
            <a:xfrm>
              <a:off x="4918620" y="2261327"/>
              <a:ext cx="4327190" cy="4439151"/>
              <a:chOff x="4918620" y="2261327"/>
              <a:chExt cx="4327190" cy="4439151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668546" y="-8178"/>
                <a:ext cx="8654379" cy="8878303"/>
              </a:xfrm>
              <a:prstGeom prst="rect">
                <a:avLst/>
              </a:prstGeom>
            </p:spPr>
          </p:pic>
          <p:pic>
            <p:nvPicPr>
              <p:cNvPr id="9" name="Object 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18620" y="2261327"/>
                <a:ext cx="4327190" cy="4439151"/>
              </a:xfrm>
              <a:prstGeom prst="rect">
                <a:avLst/>
              </a:prstGeom>
            </p:spPr>
          </p:pic>
        </p:grpSp>
      </p:grpSp>
      <p:grpSp>
        <p:nvGrpSpPr>
          <p:cNvPr id="1004" name="그룹 1004"/>
          <p:cNvGrpSpPr/>
          <p:nvPr/>
        </p:nvGrpSpPr>
        <p:grpSpPr>
          <a:xfrm>
            <a:off x="818452" y="1864414"/>
            <a:ext cx="1389934" cy="1425091"/>
            <a:chOff x="818452" y="1864414"/>
            <a:chExt cx="1389934" cy="1425091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818452" y="1864414"/>
              <a:ext cx="1388100" cy="1424016"/>
              <a:chOff x="818452" y="1864414"/>
              <a:chExt cx="1388100" cy="1424016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2897" y="1163083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5" name="Object 14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18452" y="1864414"/>
                <a:ext cx="1388100" cy="1424016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820286" y="1865489"/>
              <a:ext cx="1388100" cy="1424016"/>
              <a:chOff x="820286" y="1865489"/>
              <a:chExt cx="1388100" cy="1424016"/>
            </a:xfrm>
          </p:grpSpPr>
          <p:pic>
            <p:nvPicPr>
              <p:cNvPr id="18" name="Object 17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8494" y="1137464"/>
                <a:ext cx="2776200" cy="2848032"/>
              </a:xfrm>
              <a:prstGeom prst="rect">
                <a:avLst/>
              </a:prstGeom>
            </p:spPr>
          </p:pic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0286" y="1865489"/>
                <a:ext cx="1388100" cy="1424016"/>
              </a:xfrm>
              <a:prstGeom prst="rect">
                <a:avLst/>
              </a:prstGeom>
            </p:spPr>
          </p:pic>
        </p:grpSp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108014" y="1389907"/>
            <a:ext cx="7304867" cy="338524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35738" y="750385"/>
            <a:ext cx="7499895" cy="1075067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8380952" y="471429"/>
            <a:ext cx="238095" cy="756843"/>
            <a:chOff x="8380952" y="471429"/>
            <a:chExt cx="238095" cy="756843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80952" y="471429"/>
              <a:ext cx="238095" cy="756843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78095" y="425712"/>
            <a:ext cx="1316238" cy="60571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-204498" y="3701971"/>
            <a:ext cx="582938" cy="1428226"/>
            <a:chOff x="-204498" y="3701971"/>
            <a:chExt cx="582938" cy="1428226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204498" y="370197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-204498" y="5438441"/>
            <a:ext cx="582938" cy="1428226"/>
            <a:chOff x="-204498" y="5438441"/>
            <a:chExt cx="582938" cy="142822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-204498" y="5438441"/>
              <a:ext cx="582938" cy="142822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5366545" y="5007579"/>
            <a:ext cx="582938" cy="683904"/>
            <a:chOff x="5366545" y="5007579"/>
            <a:chExt cx="582938" cy="683904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66545" y="5007579"/>
              <a:ext cx="582938" cy="683904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955465" y="1618441"/>
            <a:ext cx="7727075" cy="5154634"/>
            <a:chOff x="955465" y="1618441"/>
            <a:chExt cx="7727075" cy="5154634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5465" y="1618441"/>
              <a:ext cx="7727075" cy="5154634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사용자 지정</PresentationFormat>
  <Paragraphs>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원혁 장</cp:lastModifiedBy>
  <cp:revision>2</cp:revision>
  <dcterms:created xsi:type="dcterms:W3CDTF">2024-04-16T09:27:26Z</dcterms:created>
  <dcterms:modified xsi:type="dcterms:W3CDTF">2024-04-16T00:31:39Z</dcterms:modified>
</cp:coreProperties>
</file>